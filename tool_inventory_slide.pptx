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Inventory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registered in the agent — dispatched via typed parameters with server-injected infrastructure context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612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Workflow Tools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600200"/>
            <a:ext cx="4014216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query_recent_documents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1801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recent documents with optional filters (status, workflow, project, date range)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1792" y="2057400"/>
            <a:ext cx="4014216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756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query_workflows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258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available workflows in the tenant, filterable by category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21792" y="2514600"/>
            <a:ext cx="4014216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328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get_workflow_detail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7157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full details for a specific workflow by ID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21792" y="2971800"/>
            <a:ext cx="4014216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900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query_projects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1729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available projects in the tenant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1792" y="3429000"/>
            <a:ext cx="4014216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472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get_project_detail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36301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full details for a specific project by ID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1792" y="3886200"/>
            <a:ext cx="4014216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044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execute_workflow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40873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document processing on a workflow — spawns background async polling after dispatch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21792" y="4343400"/>
            <a:ext cx="4014216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616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poll_document_status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45445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generator that streams live progress SSEs while documents process — feeds directly to client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37760" y="1143000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1143000"/>
            <a:ext cx="416052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1612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&amp; Experiment Tools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10912" y="1600200"/>
            <a:ext cx="4014216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16093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list_schema_templates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20640" y="17647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available extraction schema templates in the tenant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10912" y="1956816"/>
            <a:ext cx="4014216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19659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create_schema_template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20640" y="21214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schema template defining fields to extract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10912" y="2313432"/>
            <a:ext cx="4014216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23225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update_schema_template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0" y="24780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 existing schema template (add/remove/rename fields)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010912" y="2670048"/>
            <a:ext cx="4014216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26791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list_batches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28346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document batches available for processing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10912" y="3026664"/>
            <a:ext cx="4014216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5120640" y="30358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create_batch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20640" y="31912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batch from uploaded documents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010912" y="3383280"/>
            <a:ext cx="4014216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3392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run_batch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20640" y="3547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 extraction run (generate or evaluate mode) on a batch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010912" y="3739896"/>
            <a:ext cx="4014216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get_run_status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120640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status and results of a batch run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010912" y="4096512"/>
            <a:ext cx="4014216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41056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create_ground_truth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42611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ground truth dataset from labeled documents for evaluation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010912" y="4453128"/>
            <a:ext cx="4014216" cy="3383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5120640" y="44622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read_spreadsheet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120640" y="46177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uploaded CSV/Excel files — LLM uses the output to interpret arbitrary formats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Inventory</dc:title>
  <dc:subject>PptxGenJS Presentation</dc:subject>
  <dc:creator>State Street</dc:creator>
  <cp:lastModifiedBy>State Street</cp:lastModifiedBy>
  <cp:revision>1</cp:revision>
  <dcterms:created xsi:type="dcterms:W3CDTF">2026-06-05T17:50:48Z</dcterms:created>
  <dcterms:modified xsi:type="dcterms:W3CDTF">2026-06-05T17:50:48Z</dcterms:modified>
</cp:coreProperties>
</file>