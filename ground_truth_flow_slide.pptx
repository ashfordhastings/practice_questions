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Example: Excel Ground Truth → Schema in DIP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 truth Excel file of any format is uploaded, interpreted by the agent, and used to generate a schema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65176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207008"/>
            <a:ext cx="2432304" cy="2560320"/>
          </a:xfrm>
          <a:prstGeom prst="rect">
            <a:avLst/>
          </a:prstGeom>
          <a:solidFill>
            <a:srgbClr val="E2E8F0"/>
          </a:solidFill>
          <a:ln w="9525">
            <a:solidFill>
              <a:srgbClr val="CBD5E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58368" y="225856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3232" y="1261872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261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3794760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4005072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an unformatted Excel file containing ground truth data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383280" y="1097280"/>
            <a:ext cx="265176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93008" y="1207008"/>
            <a:ext cx="2432304" cy="2560320"/>
          </a:xfrm>
          <a:prstGeom prst="rect">
            <a:avLst/>
          </a:prstGeom>
          <a:solidFill>
            <a:srgbClr val="E2E8F0"/>
          </a:solidFill>
          <a:ln w="9525">
            <a:solidFill>
              <a:srgbClr val="CBD5E1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3493008" y="225856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547872" y="1261872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3547872" y="1261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93008" y="3794760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93008" y="4005072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parses the spreadsheet and interprets the field structure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17920" y="1097280"/>
            <a:ext cx="265176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27648" y="1207008"/>
            <a:ext cx="2432304" cy="2560320"/>
          </a:xfrm>
          <a:prstGeom prst="rect">
            <a:avLst/>
          </a:prstGeom>
          <a:solidFill>
            <a:srgbClr val="E2E8F0"/>
          </a:solidFill>
          <a:ln w="9525">
            <a:solidFill>
              <a:srgbClr val="CBD5E1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6327648" y="225856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382512" y="1261872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6382512" y="1261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27648" y="3794760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27648" y="4005072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schema is created in DIP based on the extracted field definitions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154680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989320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Ground Truth Upload Flow</dc:title>
  <dc:subject>PptxGenJS Presentation</dc:subject>
  <dc:creator>State Street</dc:creator>
  <cp:lastModifiedBy>State Street</cp:lastModifiedBy>
  <cp:revision>1</cp:revision>
  <dcterms:created xsi:type="dcterms:W3CDTF">2026-06-08T17:07:34Z</dcterms:created>
  <dcterms:modified xsi:type="dcterms:W3CDTF">2026-06-08T17:07:34Z</dcterms:modified>
</cp:coreProperties>
</file>